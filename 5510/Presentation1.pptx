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A409-A707-9583-9F0A-84CF78192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Hybrid Movie Recommendation System</a:t>
            </a: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413F4-AE77-B5C6-1C72-C3537FE6EF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Combining Collaborative and Content-Based Approaches</a:t>
            </a:r>
          </a:p>
          <a:p>
            <a:r>
              <a:rPr lang="en-US" dirty="0" err="1"/>
              <a:t>Wenhao</a:t>
            </a:r>
            <a:r>
              <a:rPr lang="en-US" dirty="0"/>
              <a:t> </a:t>
            </a:r>
            <a:r>
              <a:rPr lang="en-US" dirty="0" err="1"/>
              <a:t>chen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3FF5F-C527-0607-1C46-92433BC0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 Introduction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05245-68AC-35FE-F3ED-4D910EFC8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Recommender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Collaborative Filtering (based on user </a:t>
            </a:r>
            <a:r>
              <a:rPr lang="en-GB" dirty="0" err="1"/>
              <a:t>behavior</a:t>
            </a:r>
            <a:r>
              <a:rPr lang="en-GB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Content-Based Filtering (based on item features)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50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ED2B910-B28F-4A54-B17C-8B7E5893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45F118-1DF8-46A9-8A77-B3D9422CE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8775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07A930D-869C-F4FC-223E-758470B3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457" y="804519"/>
            <a:ext cx="5550357" cy="1049235"/>
          </a:xfrm>
        </p:spPr>
        <p:txBody>
          <a:bodyPr>
            <a:normAutofit/>
          </a:bodyPr>
          <a:lstStyle/>
          <a:p>
            <a:r>
              <a:rPr lang="en-GB" b="1" dirty="0"/>
              <a:t> Dataset Overview</a:t>
            </a:r>
            <a:br>
              <a:rPr lang="en-GB" b="1" dirty="0"/>
            </a:b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B7D27-148D-4082-B160-72FAD580D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B66D60A6-8149-2951-D658-E19594FD3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39" y="514752"/>
            <a:ext cx="4074836" cy="2424527"/>
          </a:xfrm>
          <a:prstGeom prst="rect">
            <a:avLst/>
          </a:prstGeom>
        </p:spPr>
      </p:pic>
      <p:pic>
        <p:nvPicPr>
          <p:cNvPr id="5" name="Picture 4" descr="A diagram of a distribution of movie ratings&#10;&#10;Description automatically generated">
            <a:extLst>
              <a:ext uri="{FF2B5EF4-FFF2-40B4-BE49-F238E27FC236}">
                <a16:creationId xmlns:a16="http://schemas.microsoft.com/office/drawing/2014/main" id="{B5538B7A-2D31-8463-2E02-D5582A7DA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67" y="3137516"/>
            <a:ext cx="3548580" cy="249287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914CD-B574-4806-911D-A52957DEC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6457" y="2015732"/>
            <a:ext cx="5550357" cy="34506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Dataset: </a:t>
            </a:r>
            <a:r>
              <a:rPr lang="en-GB" b="1" dirty="0" err="1"/>
              <a:t>MovieLens</a:t>
            </a:r>
            <a:r>
              <a:rPr lang="en-GB" b="1" dirty="0"/>
              <a:t> 100k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Users: 943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Movies: 1,682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Ratings: 100,000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Rating scale: 1–5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Features used: </a:t>
            </a:r>
            <a:r>
              <a:rPr lang="en-GB" dirty="0" err="1"/>
              <a:t>user_id</a:t>
            </a:r>
            <a:r>
              <a:rPr lang="en-GB" dirty="0"/>
              <a:t>, </a:t>
            </a:r>
            <a:r>
              <a:rPr lang="en-GB" dirty="0" err="1"/>
              <a:t>movie_id</a:t>
            </a:r>
            <a:r>
              <a:rPr lang="en-GB" dirty="0"/>
              <a:t>, rating, genres</a:t>
            </a:r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88FC76-F691-462A-BCF9-0BA4F5DE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204A7E-B7E9-42D0-9DC4-B82FDC8C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3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E072-B34D-72AC-F61C-40B65DC3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b="1" dirty="0"/>
              <a:t>Exploratory Data Analysis (EDA)</a:t>
            </a:r>
            <a:br>
              <a:rPr lang="en-GB" b="1" dirty="0"/>
            </a:br>
            <a:endParaRPr lang="en-US" dirty="0"/>
          </a:p>
        </p:txBody>
      </p:sp>
      <p:pic>
        <p:nvPicPr>
          <p:cNvPr id="5" name="Picture 4" descr="A graph of a number of movies&#10;&#10;Description automatically generated">
            <a:extLst>
              <a:ext uri="{FF2B5EF4-FFF2-40B4-BE49-F238E27FC236}">
                <a16:creationId xmlns:a16="http://schemas.microsoft.com/office/drawing/2014/main" id="{F6CB1A3F-C949-A5AE-ABBA-B3C7F7153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277710"/>
            <a:ext cx="4960443" cy="2926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465E-AC33-9AAD-28C3-626DA6155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299" y="2015734"/>
            <a:ext cx="4162555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Users tend to rate between 3 and 5 → positive bias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Popular genres: Drama, Comedy, Action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Many movies have multiple genres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14560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C373-7DB9-8B87-D811-E44B2C2B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b="1"/>
              <a:t>Baseline Model: Matrix Factorization</a:t>
            </a:r>
            <a:br>
              <a:rPr lang="en-GB" b="1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B3CD8-0566-9ABD-E564-A8FEC895C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Implemented with </a:t>
            </a:r>
            <a:r>
              <a:rPr lang="en-GB" b="1" dirty="0"/>
              <a:t>Truncated SVD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Goal: learn latent features for users and movies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Parameters tested: </a:t>
            </a:r>
            <a:r>
              <a:rPr lang="en-GB" dirty="0" err="1"/>
              <a:t>n_components</a:t>
            </a:r>
            <a:r>
              <a:rPr lang="en-GB" dirty="0"/>
              <a:t> = [10, 20, 30, 40, 50 … , 300]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RMSE results table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a train&#10;&#10;Description automatically generated with medium confidence">
            <a:extLst>
              <a:ext uri="{FF2B5EF4-FFF2-40B4-BE49-F238E27FC236}">
                <a16:creationId xmlns:a16="http://schemas.microsoft.com/office/drawing/2014/main" id="{405DD91D-218E-430F-251F-BF439431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139" y="2638316"/>
            <a:ext cx="3500715" cy="220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3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644D-93FE-CFA7-DB2E-53541BE3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Content-Based Filtering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9DE66-1295-EBAF-C555-D6439B2A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Used movie </a:t>
            </a:r>
            <a:r>
              <a:rPr lang="en-GB" b="1" dirty="0"/>
              <a:t>genres</a:t>
            </a:r>
            <a:r>
              <a:rPr lang="en-GB" dirty="0"/>
              <a:t> as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Created </a:t>
            </a:r>
            <a:r>
              <a:rPr lang="en-GB" b="1" dirty="0"/>
              <a:t>genre similarity matrix</a:t>
            </a:r>
            <a:r>
              <a:rPr lang="en-GB" dirty="0"/>
              <a:t>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CountVectorizer</a:t>
            </a:r>
            <a:r>
              <a:rPr lang="en-GB" dirty="0"/>
              <a:t> → bag-of-genres encoding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cosine_similarity</a:t>
            </a:r>
            <a:r>
              <a:rPr lang="en-GB" dirty="0"/>
              <a:t> → measure movie similarity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movie scored based on how similar it is to movies the user liked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27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4785-74F0-68E9-4FF5-77C1ED43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Hybrid Recommendation System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3D0ED-8B56-D85C-BDDC-A8051FBC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Combined predictions: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b="1" dirty="0"/>
              <a:t>user-preferred genre weighting</a:t>
            </a:r>
            <a:r>
              <a:rPr lang="en-GB" dirty="0"/>
              <a:t> for personalization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Tuned </a:t>
            </a:r>
            <a:r>
              <a:rPr lang="el-GR" dirty="0"/>
              <a:t>α </a:t>
            </a:r>
            <a:r>
              <a:rPr lang="en-GB" dirty="0"/>
              <a:t>between 0.4 and 0.6</a:t>
            </a:r>
          </a:p>
          <a:p>
            <a:pPr marL="0" indent="0">
              <a:buNone/>
            </a:pPr>
            <a:r>
              <a:rPr lang="en-GB" dirty="0"/>
              <a:t>Pipeline:</a:t>
            </a:r>
          </a:p>
          <a:p>
            <a:pPr marL="0" indent="0">
              <a:buNone/>
            </a:pPr>
            <a:r>
              <a:rPr lang="en-US" dirty="0"/>
              <a:t>User Ratings → SVD → Collaborative Score  </a:t>
            </a:r>
          </a:p>
          <a:p>
            <a:pPr marL="0" indent="0">
              <a:buNone/>
            </a:pPr>
            <a:r>
              <a:rPr lang="en-US" dirty="0"/>
              <a:t>Movie Genres → Similarity → Content Score  → Weighted Fusion → Final Recommendations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1F206-E189-C3FE-FE80-776CDA36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640" y="2581875"/>
            <a:ext cx="64135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5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7BC13-C4B5-31E1-82C3-6FB79B99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b="1" dirty="0"/>
              <a:t> Result Comparison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D47E0-56A0-B3D3-9FCD-01D508D2B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Example user (User 1) preferred genres: Drama, Comedy, Sci-Fi, Romance, Action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Compare top 5 movies from both models</a:t>
            </a:r>
          </a:p>
          <a:p>
            <a:pPr marL="0" indent="0">
              <a:lnSpc>
                <a:spcPct val="110000"/>
              </a:lnSpc>
              <a:buNone/>
            </a:pPr>
            <a:endParaRPr lang="en-GB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GB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Quantitative</a:t>
            </a:r>
            <a:r>
              <a:rPr lang="en-GB" sz="1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Baseline MF: 0.813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Hybrid Model: 0.858</a:t>
            </a:r>
          </a:p>
          <a:p>
            <a:pPr marL="0" indent="0">
              <a:lnSpc>
                <a:spcPct val="110000"/>
              </a:lnSpc>
              <a:buNone/>
            </a:pPr>
            <a:endParaRPr lang="en-GB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C65FA4-631C-444F-89AA-F891363CC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3C58CC-6818-48FD-9CE0-B43BF88B7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2694E9-2175-4647-803A-3AD63554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movie list&#10;&#10;Description automatically generated">
            <a:extLst>
              <a:ext uri="{FF2B5EF4-FFF2-40B4-BE49-F238E27FC236}">
                <a16:creationId xmlns:a16="http://schemas.microsoft.com/office/drawing/2014/main" id="{68496EEE-2749-D345-0047-42DCE6250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257" y="2692529"/>
            <a:ext cx="4613872" cy="208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32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E457-7A84-1B60-856A-B254B42D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Discussion</a:t>
            </a:r>
            <a:br>
              <a:rPr lang="en-GB" b="1" dirty="0"/>
            </a:b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A56C8-FD55-742F-2CA9-238AD4B31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Matrix Factorization captures hidden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Content-based adds interpretability &amp; handles cold start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Hybrid = balance of accuracy + diversity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GB" b="1" dirty="0"/>
              <a:t> Limitations &amp; 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Only uses explicit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Genre features are basic; could add TF-IDF or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 integrate user demographics (age, gender, occupation)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Try deep learning (e.g., Autoencoder or Neural CF)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73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657F-C49F-F37D-3AD1-E56858CA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5BD52-C638-A57B-FA70-AD7BA2BC3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Hybrid system outperforms baseline in both accuracy and personalization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Genre alignment confirms better match with user taste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Demonstrates power of combining collaborative and content knowledge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024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</TotalTime>
  <Words>353</Words>
  <Application>Microsoft Macintosh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Gill Sans MT</vt:lpstr>
      <vt:lpstr>Gallery</vt:lpstr>
      <vt:lpstr>Hybrid Movie Recommendation System </vt:lpstr>
      <vt:lpstr> Introduction </vt:lpstr>
      <vt:lpstr> Dataset Overview </vt:lpstr>
      <vt:lpstr>Exploratory Data Analysis (EDA) </vt:lpstr>
      <vt:lpstr>Baseline Model: Matrix Factorization </vt:lpstr>
      <vt:lpstr>Content-Based Filtering </vt:lpstr>
      <vt:lpstr>Hybrid Recommendation System </vt:lpstr>
      <vt:lpstr> Result Comparison </vt:lpstr>
      <vt:lpstr>Discussion 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Movie Recommendation System </dc:title>
  <dc:creator>文浩 chen</dc:creator>
  <cp:lastModifiedBy>文浩 chen</cp:lastModifiedBy>
  <cp:revision>1</cp:revision>
  <dcterms:created xsi:type="dcterms:W3CDTF">2025-10-11T05:19:17Z</dcterms:created>
  <dcterms:modified xsi:type="dcterms:W3CDTF">2025-10-11T05:41:50Z</dcterms:modified>
</cp:coreProperties>
</file>