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DAD5B-E13E-CCAF-20E3-EECB933CA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i="1" dirty="0"/>
              <a:t>Handwritten Devanagari Character Recognition using Machine Learning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92F99-DE30-EE07-AC23-E5B51AE42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Comparative Study of Random Forest and SVM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71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5FEB6-1A21-AD19-AA76-90B74F45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500"/>
              <a:t>Introduction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7A3E1D-028B-78D9-2689-5FD2CF027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18374" y="1243092"/>
            <a:ext cx="6282919" cy="36126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3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symbols in black squares&#10;&#10;Description automatically generated">
            <a:extLst>
              <a:ext uri="{FF2B5EF4-FFF2-40B4-BE49-F238E27FC236}">
                <a16:creationId xmlns:a16="http://schemas.microsoft.com/office/drawing/2014/main" id="{3232229C-D636-A9DE-0873-0EBF0808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078" r="-1" b="8586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F5675-29C4-5B5A-B269-7667B330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GB" b="1"/>
              <a:t> Dataset Overview</a:t>
            </a:r>
            <a:br>
              <a:rPr lang="en-GB" b="1"/>
            </a:br>
            <a:r>
              <a:rPr lang="en-GB"/>
              <a:t>Devanagari Handwritten Character Dataset</a:t>
            </a:r>
            <a:br>
              <a:rPr lang="en-GB"/>
            </a:br>
            <a:br>
              <a:rPr lang="en-GB" b="1"/>
            </a:b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D9EC-AF0C-21C3-715C-DA053BCB1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Classes:</a:t>
            </a:r>
            <a:r>
              <a:rPr lang="en-GB" dirty="0"/>
              <a:t> 46 total (36 characters + 10 digits)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Format:</a:t>
            </a:r>
            <a:r>
              <a:rPr lang="en-GB" dirty="0"/>
              <a:t> 32×32 grayscale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Data split:</a:t>
            </a:r>
            <a:r>
              <a:rPr lang="en-GB" dirty="0"/>
              <a:t> ~78,200 training, ~13,800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Storage structure:</a:t>
            </a:r>
            <a:r>
              <a:rPr lang="en-GB" dirty="0"/>
              <a:t> /train and /test folders, each containing character-specific subfolders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030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47FF-B111-2D78-FBD2-8AF8FE9A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</a:t>
            </a:r>
            <a:r>
              <a:rPr lang="en-GB" b="1" dirty="0" err="1"/>
              <a:t>Preprocessing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1228C-FF2A-33D9-B3B0-BA7E66197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Convert images to grayscale arrays (32×32 → 1024 features)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Apply normalization /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Map labels (character_10_yna → </a:t>
            </a:r>
            <a:r>
              <a:rPr lang="en-GB" dirty="0" err="1"/>
              <a:t>yna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414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FFD9438-BE92-0BCF-79C3-EB56B998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>
            <a:normAutofit/>
          </a:bodyPr>
          <a:lstStyle/>
          <a:p>
            <a:r>
              <a:rPr lang="en-GB" sz="2500" b="1"/>
              <a:t>Exploratory Data Analysis</a:t>
            </a:r>
            <a:br>
              <a:rPr lang="en-GB" sz="2500" b="1"/>
            </a:br>
            <a:endParaRPr lang="en-US" sz="25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5CBA-8530-9317-CC39-77433A2C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550357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Distribution of classes (plot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Visualization of character samples (plot 2)</a:t>
            </a:r>
          </a:p>
          <a:p>
            <a:r>
              <a:rPr lang="en-US" dirty="0"/>
              <a:t>The train and test set sample are </a:t>
            </a:r>
            <a:r>
              <a:rPr lang="en-US" dirty="0" err="1"/>
              <a:t>banlanced</a:t>
            </a:r>
            <a:endParaRPr lang="en-US" dirty="0"/>
          </a:p>
        </p:txBody>
      </p:sp>
      <p:pic>
        <p:nvPicPr>
          <p:cNvPr id="5" name="Picture 4" descr="A bar code with numbers and labels&#10;&#10;Description automatically generated">
            <a:extLst>
              <a:ext uri="{FF2B5EF4-FFF2-40B4-BE49-F238E27FC236}">
                <a16:creationId xmlns:a16="http://schemas.microsoft.com/office/drawing/2014/main" id="{37FD3ACD-EC99-8869-6040-E7D276FF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420" y="481109"/>
            <a:ext cx="3485184" cy="2491906"/>
          </a:xfrm>
          <a:prstGeom prst="rect">
            <a:avLst/>
          </a:prstGeom>
        </p:spPr>
      </p:pic>
      <p:pic>
        <p:nvPicPr>
          <p:cNvPr id="7" name="Picture 6" descr="A collage of letters and numbers&#10;&#10;Description automatically generated">
            <a:extLst>
              <a:ext uri="{FF2B5EF4-FFF2-40B4-BE49-F238E27FC236}">
                <a16:creationId xmlns:a16="http://schemas.microsoft.com/office/drawing/2014/main" id="{9CA4280C-8661-9809-956C-E705DE108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101" y="3138486"/>
            <a:ext cx="3637821" cy="24919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81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B8E1-10E0-394F-CD50-244AFA1F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Models Implemented</a:t>
            </a:r>
            <a:br>
              <a:rPr lang="en-GB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E707E8-08DB-0787-33E2-12409EB533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322836"/>
              </p:ext>
            </p:extLst>
          </p:nvPr>
        </p:nvGraphicFramePr>
        <p:xfrm>
          <a:off x="1450975" y="3009424"/>
          <a:ext cx="9604374" cy="1463040"/>
        </p:xfrm>
        <a:graphic>
          <a:graphicData uri="http://schemas.openxmlformats.org/drawingml/2006/table">
            <a:tbl>
              <a:tblPr/>
              <a:tblGrid>
                <a:gridCol w="3201458">
                  <a:extLst>
                    <a:ext uri="{9D8B030D-6E8A-4147-A177-3AD203B41FA5}">
                      <a16:colId xmlns:a16="http://schemas.microsoft.com/office/drawing/2014/main" val="3566491579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519102636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67256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Model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Description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Goal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47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Random Forest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Ensemble of decision trees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Handle nonlinear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78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SVM (raw)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Linear decision 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Baseline for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93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SVM + PCA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Dimensionality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Improve generalization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04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20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8BCC-C981-3AD4-BCFD-AC1429D2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 Evaluation Metrics</a:t>
            </a:r>
            <a:br>
              <a:rPr lang="en-GB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177E69-C633-72F8-703A-33F6CC3DE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815858"/>
              </p:ext>
            </p:extLst>
          </p:nvPr>
        </p:nvGraphicFramePr>
        <p:xfrm>
          <a:off x="1449875" y="2244111"/>
          <a:ext cx="9604375" cy="1463040"/>
        </p:xfrm>
        <a:graphic>
          <a:graphicData uri="http://schemas.openxmlformats.org/drawingml/2006/table">
            <a:tbl>
              <a:tblPr/>
              <a:tblGrid>
                <a:gridCol w="1920875">
                  <a:extLst>
                    <a:ext uri="{9D8B030D-6E8A-4147-A177-3AD203B41FA5}">
                      <a16:colId xmlns:a16="http://schemas.microsoft.com/office/drawing/2014/main" val="641358183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3193729046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126503377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1395467137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1579782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Model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Train Acc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Test Acc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F1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MSE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28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1.00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0.92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0.92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18.9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67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SVM (raw)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104.9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23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SVM + PCA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89.3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7730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FA221E-9B56-A99A-FD72-2EC38135D684}"/>
              </a:ext>
            </a:extLst>
          </p:cNvPr>
          <p:cNvSpPr txBox="1"/>
          <p:nvPr/>
        </p:nvSpPr>
        <p:spPr>
          <a:xfrm>
            <a:off x="1449875" y="4177021"/>
            <a:ext cx="6928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Insights: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PCA improved SVM’s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Random Forest best captured nonlinear handwriting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Linear models struggled with similar characters.</a:t>
            </a:r>
          </a:p>
        </p:txBody>
      </p:sp>
    </p:spTree>
    <p:extLst>
      <p:ext uri="{BB962C8B-B14F-4D97-AF65-F5344CB8AC3E}">
        <p14:creationId xmlns:p14="http://schemas.microsoft.com/office/powerpoint/2010/main" val="298720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5993-FA0A-5825-B93E-12C8A806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8BB4-D220-17DA-62A9-6B1A31073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Random Forest outperformed all other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SVM + PCA achieved better balance between accuracy and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Feature reduction (PCA) helped reduce noise and improve performance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8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298F-B94C-605F-9653-2377BD95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 Future Work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CB7A-369E-EADD-6A16-E2EEFDE6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443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2300</TotalTime>
  <Words>245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Handwritten Devanagari Character Recognition using Machine Learning </vt:lpstr>
      <vt:lpstr>Introduction </vt:lpstr>
      <vt:lpstr> Dataset Overview Devanagari Handwritten Character Dataset  </vt:lpstr>
      <vt:lpstr>Data Preprocessing </vt:lpstr>
      <vt:lpstr>Exploratory Data Analysis </vt:lpstr>
      <vt:lpstr>Models Implemented </vt:lpstr>
      <vt:lpstr>Model Evaluation Metrics </vt:lpstr>
      <vt:lpstr>Conclusion </vt:lpstr>
      <vt:lpstr> 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Devanagari Character Recognition using Machine Learning </dc:title>
  <dc:creator>文浩 chen</dc:creator>
  <cp:lastModifiedBy>文浩 chen</cp:lastModifiedBy>
  <cp:revision>1</cp:revision>
  <dcterms:created xsi:type="dcterms:W3CDTF">2025-10-08T14:59:35Z</dcterms:created>
  <dcterms:modified xsi:type="dcterms:W3CDTF">2025-10-10T05:20:04Z</dcterms:modified>
</cp:coreProperties>
</file>